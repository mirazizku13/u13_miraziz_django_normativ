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808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95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46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22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90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78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6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99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29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16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60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36574-E17B-46E4-836A-656720799D23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2CB34-1876-449B-B67D-ECD9BA61B5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91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python_takrorlash_savollar_canva.pdf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Miraziz</a:t>
            </a:r>
            <a:r>
              <a:rPr lang="en-US" dirty="0" smtClean="0"/>
              <a:t> </a:t>
            </a:r>
            <a:r>
              <a:rPr lang="en-US" dirty="0" err="1" smtClean="0"/>
              <a:t>Mirabdullayev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617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Pythonda</a:t>
            </a:r>
            <a:r>
              <a:rPr lang="en-US" dirty="0" smtClean="0"/>
              <a:t> primitive (</a:t>
            </a:r>
            <a:r>
              <a:rPr lang="en-US" dirty="0" err="1" smtClean="0"/>
              <a:t>asosiy</a:t>
            </a:r>
            <a:r>
              <a:rPr lang="en-US" dirty="0" smtClean="0"/>
              <a:t>) </a:t>
            </a:r>
            <a:r>
              <a:rPr lang="en-US" dirty="0" err="1" smtClean="0"/>
              <a:t>malumot</a:t>
            </a:r>
            <a:r>
              <a:rPr lang="en-US" dirty="0" smtClean="0"/>
              <a:t> </a:t>
            </a:r>
            <a:r>
              <a:rPr lang="en-US" dirty="0" err="1" smtClean="0"/>
              <a:t>turlari</a:t>
            </a:r>
            <a:r>
              <a:rPr lang="en-US" dirty="0" smtClean="0"/>
              <a:t> </a:t>
            </a:r>
            <a:r>
              <a:rPr lang="en-US" dirty="0" err="1" smtClean="0"/>
              <a:t>qaysilar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Pythondagi</a:t>
            </a:r>
            <a:r>
              <a:rPr lang="en-US" dirty="0" smtClean="0"/>
              <a:t> primitive:</a:t>
            </a:r>
          </a:p>
          <a:p>
            <a:r>
              <a:rPr lang="en-US" dirty="0" smtClean="0"/>
              <a:t> 				</a:t>
            </a:r>
            <a:r>
              <a:rPr lang="en-US" dirty="0" err="1" smtClean="0"/>
              <a:t>str</a:t>
            </a:r>
            <a:r>
              <a:rPr lang="en-US" dirty="0" smtClean="0"/>
              <a:t> </a:t>
            </a:r>
          </a:p>
          <a:p>
            <a:r>
              <a:rPr lang="en-US" dirty="0" smtClean="0"/>
              <a:t> 				</a:t>
            </a:r>
            <a:r>
              <a:rPr lang="en-US" dirty="0" err="1" smtClean="0"/>
              <a:t>int</a:t>
            </a:r>
            <a:endParaRPr lang="en-US" dirty="0"/>
          </a:p>
          <a:p>
            <a:r>
              <a:rPr lang="en-US" dirty="0" smtClean="0"/>
              <a:t> 				float </a:t>
            </a:r>
          </a:p>
          <a:p>
            <a:r>
              <a:rPr lang="en-US" dirty="0"/>
              <a:t> </a:t>
            </a:r>
            <a:r>
              <a:rPr lang="en-US" dirty="0" smtClean="0"/>
              <a:t>				bool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967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None </a:t>
            </a:r>
            <a:r>
              <a:rPr lang="en-US" dirty="0" err="1" smtClean="0"/>
              <a:t>nimani</a:t>
            </a:r>
            <a:r>
              <a:rPr lang="en-US" dirty="0" smtClean="0"/>
              <a:t> </a:t>
            </a:r>
            <a:r>
              <a:rPr lang="en-US" dirty="0" err="1" smtClean="0"/>
              <a:t>bildiradi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None: </a:t>
            </a:r>
            <a:r>
              <a:rPr lang="en-US" dirty="0" err="1" smtClean="0"/>
              <a:t>qiymat</a:t>
            </a:r>
            <a:r>
              <a:rPr lang="en-US" dirty="0" smtClean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bo'shliqning</a:t>
            </a:r>
            <a:r>
              <a:rPr lang="en-US" dirty="0"/>
              <a:t> </a:t>
            </a:r>
            <a:r>
              <a:rPr lang="en-US" dirty="0" err="1"/>
              <a:t>etishmasligi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76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dirty="0" smtClean="0"/>
              <a:t>==</a:t>
            </a:r>
            <a:r>
              <a:rPr lang="en-US" dirty="0" smtClean="0"/>
              <a:t>      </a:t>
            </a:r>
            <a:r>
              <a:rPr lang="en-US" dirty="0" err="1" smtClean="0"/>
              <a:t>va</a:t>
            </a:r>
            <a:r>
              <a:rPr lang="en-US" dirty="0" smtClean="0"/>
              <a:t>      </a:t>
            </a:r>
            <a:r>
              <a:rPr lang="en-US" sz="6600" dirty="0" smtClean="0"/>
              <a:t>is</a:t>
            </a:r>
            <a:r>
              <a:rPr lang="en-US" dirty="0" smtClean="0"/>
              <a:t>   </a:t>
            </a:r>
            <a:r>
              <a:rPr lang="en-US" dirty="0" err="1" smtClean="0"/>
              <a:t>farqi</a:t>
            </a:r>
            <a:r>
              <a:rPr lang="en-US" dirty="0" smtClean="0"/>
              <a:t> </a:t>
            </a:r>
            <a:r>
              <a:rPr lang="en-US" dirty="0" err="1" smtClean="0"/>
              <a:t>nima</a:t>
            </a:r>
            <a:r>
              <a:rPr lang="en-US" dirty="0" smtClean="0"/>
              <a:t>?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==</a:t>
            </a:r>
            <a:r>
              <a:rPr lang="en-US" dirty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/>
              <a:t>tenglik</a:t>
            </a:r>
            <a:r>
              <a:rPr lang="en-US" dirty="0"/>
              <a:t> </a:t>
            </a:r>
            <a:r>
              <a:rPr lang="en-US" dirty="0" err="1"/>
              <a:t>operatori</a:t>
            </a:r>
            <a:r>
              <a:rPr lang="en-US" dirty="0"/>
              <a:t> 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sz="3200" b="1" dirty="0" smtClean="0"/>
              <a:t>is</a:t>
            </a:r>
            <a:r>
              <a:rPr lang="en-US" dirty="0" smtClean="0"/>
              <a:t>: 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/>
              <a:t>identifikatsiya</a:t>
            </a:r>
            <a:r>
              <a:rPr lang="en-US" dirty="0"/>
              <a:t> </a:t>
            </a:r>
            <a:r>
              <a:rPr lang="en-US" dirty="0" err="1"/>
              <a:t>operatori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30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</a:t>
            </a:r>
            <a:r>
              <a:rPr lang="en-US" dirty="0" err="1" smtClean="0"/>
              <a:t>nima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qanday</a:t>
            </a:r>
            <a:r>
              <a:rPr lang="en-US" dirty="0" smtClean="0"/>
              <a:t> </a:t>
            </a:r>
            <a:r>
              <a:rPr lang="en-US" dirty="0" err="1" smtClean="0"/>
              <a:t>yaratiladi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Tartiblilik</a:t>
            </a:r>
            <a:r>
              <a:rPr lang="en-US" dirty="0" smtClean="0"/>
              <a:t>. </a:t>
            </a:r>
            <a:r>
              <a:rPr lang="en-US" dirty="0" err="1" smtClean="0"/>
              <a:t>Elementlar</a:t>
            </a:r>
            <a:r>
              <a:rPr lang="en-US" dirty="0" smtClean="0"/>
              <a:t> </a:t>
            </a:r>
            <a:r>
              <a:rPr lang="en-US" dirty="0" err="1" smtClean="0"/>
              <a:t>qo'shilgan</a:t>
            </a:r>
            <a:r>
              <a:rPr lang="en-US" dirty="0" smtClean="0"/>
              <a:t> </a:t>
            </a:r>
            <a:r>
              <a:rPr lang="en-US" dirty="0" err="1" smtClean="0"/>
              <a:t>tartibda</a:t>
            </a:r>
            <a:r>
              <a:rPr lang="en-US" dirty="0" smtClean="0"/>
              <a:t> </a:t>
            </a:r>
            <a:r>
              <a:rPr lang="en-US" dirty="0" err="1" smtClean="0"/>
              <a:t>saqlanadi</a:t>
            </a:r>
            <a:r>
              <a:rPr lang="en-US" dirty="0" smtClean="0"/>
              <a:t>. </a:t>
            </a:r>
            <a:r>
              <a:rPr lang="en-US" dirty="0" err="1" smtClean="0"/>
              <a:t>O'zgaruvchanlik</a:t>
            </a:r>
            <a:r>
              <a:rPr lang="en-US" dirty="0" smtClean="0"/>
              <a:t>. </a:t>
            </a:r>
            <a:r>
              <a:rPr lang="en-US" dirty="0" err="1" smtClean="0"/>
              <a:t>Ro'yxat</a:t>
            </a:r>
            <a:r>
              <a:rPr lang="en-US" dirty="0" smtClean="0"/>
              <a:t> </a:t>
            </a:r>
            <a:r>
              <a:rPr lang="en-US" dirty="0" err="1" smtClean="0"/>
              <a:t>yaratilgandan</a:t>
            </a:r>
            <a:r>
              <a:rPr lang="en-US" dirty="0" smtClean="0"/>
              <a:t> </a:t>
            </a:r>
            <a:r>
              <a:rPr lang="en-US" dirty="0" err="1" smtClean="0"/>
              <a:t>so'ng</a:t>
            </a:r>
            <a:r>
              <a:rPr lang="en-US" dirty="0" smtClean="0"/>
              <a:t> </a:t>
            </a:r>
            <a:r>
              <a:rPr lang="en-US" dirty="0" err="1" smtClean="0"/>
              <a:t>elementlarni</a:t>
            </a:r>
            <a:r>
              <a:rPr lang="en-US" dirty="0" smtClean="0"/>
              <a:t> </a:t>
            </a:r>
            <a:r>
              <a:rPr lang="en-US" dirty="0" err="1" smtClean="0"/>
              <a:t>qo'shish</a:t>
            </a:r>
            <a:r>
              <a:rPr lang="en-US" dirty="0" smtClean="0"/>
              <a:t>, </a:t>
            </a:r>
            <a:r>
              <a:rPr lang="en-US" dirty="0" err="1" smtClean="0"/>
              <a:t>o'chirish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o'zgartirish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. </a:t>
            </a:r>
            <a:r>
              <a:rPr lang="en-US" dirty="0" err="1" smtClean="0"/>
              <a:t>Indekslash</a:t>
            </a:r>
            <a:r>
              <a:rPr lang="en-US" dirty="0" smtClean="0"/>
              <a:t> </a:t>
            </a:r>
            <a:r>
              <a:rPr lang="en-US" dirty="0" err="1" smtClean="0"/>
              <a:t>qobiliyati</a:t>
            </a:r>
            <a:r>
              <a:rPr lang="en-US" dirty="0" smtClean="0"/>
              <a:t>. </a:t>
            </a:r>
            <a:r>
              <a:rPr lang="en-US" dirty="0" err="1" smtClean="0"/>
              <a:t>Har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elementga</a:t>
            </a:r>
            <a:r>
              <a:rPr lang="en-US" dirty="0" smtClean="0"/>
              <a:t> </a:t>
            </a:r>
            <a:r>
              <a:rPr lang="en-US" dirty="0" err="1" smtClean="0"/>
              <a:t>uning</a:t>
            </a:r>
            <a:r>
              <a:rPr lang="en-US" dirty="0" smtClean="0"/>
              <a:t> </a:t>
            </a:r>
            <a:r>
              <a:rPr lang="en-US" dirty="0" err="1" smtClean="0"/>
              <a:t>pozitsiyasiga</a:t>
            </a:r>
            <a:r>
              <a:rPr lang="en-US" dirty="0" smtClean="0"/>
              <a:t> (</a:t>
            </a:r>
            <a:r>
              <a:rPr lang="en-US" dirty="0" err="1" smtClean="0"/>
              <a:t>indeksiga</a:t>
            </a:r>
            <a:r>
              <a:rPr lang="en-US" dirty="0" smtClean="0"/>
              <a:t>) </a:t>
            </a:r>
            <a:r>
              <a:rPr lang="en-US" dirty="0" err="1" smtClean="0"/>
              <a:t>murojaat</a:t>
            </a:r>
            <a:r>
              <a:rPr lang="en-US" dirty="0" smtClean="0"/>
              <a:t> </a:t>
            </a:r>
            <a:r>
              <a:rPr lang="en-US" dirty="0" err="1" smtClean="0"/>
              <a:t>qilish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. </a:t>
            </a:r>
            <a:r>
              <a:rPr lang="en-US" dirty="0" err="1" smtClean="0"/>
              <a:t>Dublikatlarga</a:t>
            </a:r>
            <a:r>
              <a:rPr lang="en-US" dirty="0" smtClean="0"/>
              <a:t> </a:t>
            </a:r>
            <a:r>
              <a:rPr lang="en-US" dirty="0" err="1" smtClean="0"/>
              <a:t>ruxsat</a:t>
            </a:r>
            <a:r>
              <a:rPr lang="en-US" dirty="0" smtClean="0"/>
              <a:t> </a:t>
            </a:r>
            <a:r>
              <a:rPr lang="en-US" dirty="0" err="1" smtClean="0"/>
              <a:t>bering</a:t>
            </a:r>
            <a:r>
              <a:rPr lang="en-US" dirty="0" smtClean="0"/>
              <a:t>. </a:t>
            </a:r>
            <a:r>
              <a:rPr lang="en-US" dirty="0" err="1" smtClean="0"/>
              <a:t>Xuddi</a:t>
            </a:r>
            <a:r>
              <a:rPr lang="en-US" dirty="0" smtClean="0"/>
              <a:t> </a:t>
            </a:r>
            <a:r>
              <a:rPr lang="en-US" dirty="0" err="1" smtClean="0"/>
              <a:t>shu</a:t>
            </a:r>
            <a:r>
              <a:rPr lang="en-US" dirty="0" smtClean="0"/>
              <a:t> element </a:t>
            </a:r>
            <a:r>
              <a:rPr lang="en-US" dirty="0" err="1" smtClean="0"/>
              <a:t>ro'yxatda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necha</a:t>
            </a:r>
            <a:r>
              <a:rPr lang="en-US" dirty="0" smtClean="0"/>
              <a:t> </a:t>
            </a:r>
            <a:r>
              <a:rPr lang="en-US" dirty="0" err="1" smtClean="0"/>
              <a:t>marta</a:t>
            </a:r>
            <a:r>
              <a:rPr lang="en-US" dirty="0" smtClean="0"/>
              <a:t> </a:t>
            </a:r>
            <a:r>
              <a:rPr lang="en-US" dirty="0" err="1" smtClean="0"/>
              <a:t>paydo</a:t>
            </a:r>
            <a:r>
              <a:rPr lang="en-US" dirty="0" smtClean="0"/>
              <a:t> </a:t>
            </a:r>
            <a:r>
              <a:rPr lang="en-US" dirty="0" err="1" smtClean="0"/>
              <a:t>bo'lishi</a:t>
            </a:r>
            <a:r>
              <a:rPr lang="en-US" dirty="0" smtClean="0"/>
              <a:t> </a:t>
            </a:r>
            <a:r>
              <a:rPr lang="en-US" dirty="0" err="1" smtClean="0"/>
              <a:t>mumkin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532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 err="1" smtClean="0"/>
              <a:t>sharti</a:t>
            </a:r>
            <a:r>
              <a:rPr lang="en-US" dirty="0" smtClean="0"/>
              <a:t> </a:t>
            </a:r>
            <a:r>
              <a:rPr lang="en-US" dirty="0" err="1" smtClean="0"/>
              <a:t>qachon</a:t>
            </a:r>
            <a:r>
              <a:rPr lang="en-US" dirty="0" smtClean="0"/>
              <a:t> </a:t>
            </a:r>
            <a:r>
              <a:rPr lang="en-US" dirty="0" err="1" smtClean="0"/>
              <a:t>ishlaydi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370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Truthy</a:t>
            </a:r>
            <a:r>
              <a:rPr lang="en-US" dirty="0" smtClean="0"/>
              <a:t>/</a:t>
            </a:r>
            <a:r>
              <a:rPr lang="en-US" dirty="0" err="1" smtClean="0"/>
              <a:t>Falsy</a:t>
            </a:r>
            <a:r>
              <a:rPr lang="en-US" dirty="0" smtClean="0"/>
              <a:t> </a:t>
            </a:r>
            <a:r>
              <a:rPr lang="en-US" dirty="0" err="1" smtClean="0"/>
              <a:t>nima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13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err="1" smtClean="0"/>
              <a:t>siklining</a:t>
            </a:r>
            <a:r>
              <a:rPr lang="en-US" dirty="0" smtClean="0"/>
              <a:t> </a:t>
            </a:r>
            <a:r>
              <a:rPr lang="en-US" dirty="0" err="1" smtClean="0"/>
              <a:t>umumiy</a:t>
            </a:r>
            <a:r>
              <a:rPr lang="en-US" dirty="0" smtClean="0"/>
              <a:t> </a:t>
            </a:r>
            <a:r>
              <a:rPr lang="en-US" dirty="0" err="1" smtClean="0"/>
              <a:t>sintaksisi</a:t>
            </a:r>
            <a:r>
              <a:rPr lang="en-US" dirty="0" smtClean="0"/>
              <a:t> </a:t>
            </a:r>
            <a:r>
              <a:rPr lang="en-US" dirty="0" err="1" smtClean="0"/>
              <a:t>qanday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6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range() </a:t>
            </a:r>
            <a:r>
              <a:rPr lang="en-US" dirty="0" err="1" smtClean="0"/>
              <a:t>funksiyasi</a:t>
            </a:r>
            <a:r>
              <a:rPr lang="en-US" dirty="0" smtClean="0"/>
              <a:t> </a:t>
            </a:r>
            <a:r>
              <a:rPr lang="en-US" dirty="0" err="1" smtClean="0"/>
              <a:t>nima</a:t>
            </a:r>
            <a:r>
              <a:rPr lang="en-US" dirty="0" smtClean="0"/>
              <a:t> </a:t>
            </a:r>
            <a:r>
              <a:rPr lang="en-US" dirty="0" err="1" smtClean="0"/>
              <a:t>vazifani</a:t>
            </a:r>
            <a:r>
              <a:rPr lang="en-US" dirty="0" smtClean="0"/>
              <a:t> </a:t>
            </a:r>
            <a:r>
              <a:rPr lang="en-US" dirty="0" err="1" smtClean="0"/>
              <a:t>bajaradi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88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Quyidagi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</a:t>
            </a:r>
            <a:r>
              <a:rPr lang="en-US" dirty="0" err="1" smtClean="0"/>
              <a:t>natijalari</a:t>
            </a:r>
            <a:r>
              <a:rPr lang="en-US" dirty="0" smtClean="0"/>
              <a:t> </a:t>
            </a:r>
            <a:r>
              <a:rPr lang="en-US" dirty="0" err="1" smtClean="0"/>
              <a:t>nima</a:t>
            </a:r>
            <a:r>
              <a:rPr lang="en-US" dirty="0" smtClean="0"/>
              <a:t> </a:t>
            </a:r>
            <a:r>
              <a:rPr lang="en-US" dirty="0" err="1" smtClean="0"/>
              <a:t>boladi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type(None) # ? </a:t>
            </a:r>
          </a:p>
          <a:p>
            <a:r>
              <a:rPr lang="en-US" dirty="0" smtClean="0"/>
              <a:t>type([]) # </a:t>
            </a:r>
          </a:p>
          <a:p>
            <a:r>
              <a:rPr lang="en-US" dirty="0" smtClean="0"/>
              <a:t>? type(42) # 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585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Quyidagi</a:t>
            </a:r>
            <a:r>
              <a:rPr lang="en-US" dirty="0" smtClean="0"/>
              <a:t> </a:t>
            </a:r>
            <a:r>
              <a:rPr lang="en-US" dirty="0" err="1" smtClean="0"/>
              <a:t>taqqoslashlar</a:t>
            </a:r>
            <a:r>
              <a:rPr lang="en-US" dirty="0" smtClean="0"/>
              <a:t> </a:t>
            </a:r>
            <a:r>
              <a:rPr lang="en-US" dirty="0" err="1" smtClean="0"/>
              <a:t>natijasi</a:t>
            </a:r>
            <a:r>
              <a:rPr lang="en-US" dirty="0" smtClean="0"/>
              <a:t>?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0 == False # ? </a:t>
            </a:r>
            <a:endParaRPr lang="ru-RU" dirty="0" smtClean="0"/>
          </a:p>
          <a:p>
            <a:r>
              <a:rPr lang="en-US" dirty="0" smtClean="0"/>
              <a:t>0 is False # ? </a:t>
            </a:r>
            <a:endParaRPr lang="ru-RU" dirty="0" smtClean="0"/>
          </a:p>
          <a:p>
            <a:r>
              <a:rPr lang="en-US" dirty="0" smtClean="0"/>
              <a:t>"5" == 5 # 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895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Qaysi biri list yaratadi?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a) a = (1,2,3) </a:t>
            </a:r>
            <a:endParaRPr lang="ru-RU" dirty="0" smtClean="0"/>
          </a:p>
          <a:p>
            <a:r>
              <a:rPr lang="it-IT" dirty="0" smtClean="0"/>
              <a:t>b) a = [1,2,3] </a:t>
            </a:r>
            <a:endParaRPr lang="ru-RU" dirty="0" smtClean="0"/>
          </a:p>
          <a:p>
            <a:r>
              <a:rPr lang="it-IT" dirty="0" smtClean="0"/>
              <a:t>c) a = {1,2,3}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312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Qaysi</a:t>
            </a:r>
            <a:r>
              <a:rPr lang="en-US" dirty="0" smtClean="0"/>
              <a:t> </a:t>
            </a:r>
            <a:r>
              <a:rPr lang="en-US" dirty="0" err="1" smtClean="0"/>
              <a:t>sikl</a:t>
            </a:r>
            <a:r>
              <a:rPr lang="en-US" dirty="0" smtClean="0"/>
              <a:t> </a:t>
            </a:r>
            <a:r>
              <a:rPr lang="en-US" dirty="0" err="1" smtClean="0"/>
              <a:t>massiv</a:t>
            </a:r>
            <a:r>
              <a:rPr lang="en-US" dirty="0" smtClean="0"/>
              <a:t> </a:t>
            </a:r>
            <a:r>
              <a:rPr lang="en-US" dirty="0" err="1" smtClean="0"/>
              <a:t>elementlarini</a:t>
            </a:r>
            <a:r>
              <a:rPr lang="en-US" dirty="0" smtClean="0"/>
              <a:t> </a:t>
            </a:r>
            <a:r>
              <a:rPr lang="en-US" dirty="0" err="1" smtClean="0"/>
              <a:t>tartibda</a:t>
            </a:r>
            <a:r>
              <a:rPr lang="en-US" dirty="0" smtClean="0"/>
              <a:t> </a:t>
            </a:r>
            <a:r>
              <a:rPr lang="en-US" dirty="0" err="1" smtClean="0"/>
              <a:t>aylanib</a:t>
            </a:r>
            <a:r>
              <a:rPr lang="en-US" dirty="0" smtClean="0"/>
              <a:t> </a:t>
            </a:r>
            <a:r>
              <a:rPr lang="en-US" dirty="0" err="1" smtClean="0"/>
              <a:t>chiqadi</a:t>
            </a:r>
            <a:r>
              <a:rPr lang="en-US" dirty="0" smtClean="0"/>
              <a:t>?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a) for item in </a:t>
            </a:r>
            <a:r>
              <a:rPr lang="en-US" dirty="0" err="1" smtClean="0"/>
              <a:t>list_name</a:t>
            </a:r>
            <a:r>
              <a:rPr lang="en-US" dirty="0" smtClean="0"/>
              <a:t>: </a:t>
            </a:r>
            <a:endParaRPr lang="ru-RU" dirty="0" smtClean="0"/>
          </a:p>
          <a:p>
            <a:r>
              <a:rPr lang="en-US" dirty="0" smtClean="0"/>
              <a:t>b) for </a:t>
            </a:r>
            <a:r>
              <a:rPr lang="en-US" dirty="0" err="1" smtClean="0"/>
              <a:t>i</a:t>
            </a:r>
            <a:r>
              <a:rPr lang="en-US" dirty="0" smtClean="0"/>
              <a:t> in range(</a:t>
            </a:r>
            <a:r>
              <a:rPr lang="en-US" dirty="0" err="1" smtClean="0"/>
              <a:t>list_name</a:t>
            </a:r>
            <a:r>
              <a:rPr lang="en-US" dirty="0" smtClean="0"/>
              <a:t>): </a:t>
            </a:r>
            <a:endParaRPr lang="ru-RU" dirty="0" smtClean="0"/>
          </a:p>
          <a:p>
            <a:r>
              <a:rPr lang="en-US" dirty="0" smtClean="0"/>
              <a:t>c) while True: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042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age 18 yoki kattaroq bolsa "Adult", aks holda "Minor":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 = 17 if _______: </a:t>
            </a:r>
          </a:p>
          <a:p>
            <a:pPr lvl="1"/>
            <a:r>
              <a:rPr lang="en-US" dirty="0" smtClean="0"/>
              <a:t>label = "Adult" </a:t>
            </a:r>
          </a:p>
          <a:p>
            <a:r>
              <a:rPr lang="en-US" dirty="0" smtClean="0"/>
              <a:t>else: </a:t>
            </a:r>
          </a:p>
          <a:p>
            <a:pPr lvl="1"/>
            <a:r>
              <a:rPr lang="en-US" dirty="0" smtClean="0"/>
              <a:t>label = "Minor"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7" t="12946" r="29349" b="12008"/>
          <a:stretch/>
        </p:blipFill>
        <p:spPr>
          <a:xfrm>
            <a:off x="5776545" y="1978269"/>
            <a:ext cx="4167555" cy="375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66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listda</a:t>
            </a:r>
            <a:r>
              <a:rPr lang="en-US" dirty="0" err="1" smtClean="0"/>
              <a:t>gi</a:t>
            </a:r>
            <a:r>
              <a:rPr lang="en-US" dirty="0" smtClean="0"/>
              <a:t> </a:t>
            </a:r>
            <a:r>
              <a:rPr lang="en-US" dirty="0" err="1" smtClean="0"/>
              <a:t>juft</a:t>
            </a:r>
            <a:r>
              <a:rPr lang="en-US" dirty="0" smtClean="0"/>
              <a:t> </a:t>
            </a:r>
            <a:r>
              <a:rPr lang="en-US" dirty="0" err="1" smtClean="0"/>
              <a:t>sonlarni</a:t>
            </a:r>
            <a:r>
              <a:rPr lang="en-US" dirty="0" smtClean="0"/>
              <a:t> </a:t>
            </a:r>
            <a:r>
              <a:rPr lang="en-US" dirty="0" err="1" smtClean="0"/>
              <a:t>yangi</a:t>
            </a:r>
            <a:r>
              <a:rPr lang="en-US" dirty="0" smtClean="0"/>
              <a:t> </a:t>
            </a:r>
            <a:r>
              <a:rPr lang="en-US" dirty="0" err="1" smtClean="0"/>
              <a:t>listga</a:t>
            </a:r>
            <a:r>
              <a:rPr lang="en-US" dirty="0" smtClean="0"/>
              <a:t> </a:t>
            </a:r>
            <a:r>
              <a:rPr lang="en-US" dirty="0" err="1" smtClean="0"/>
              <a:t>yigish</a:t>
            </a:r>
            <a:r>
              <a:rPr lang="en-US" dirty="0" smtClean="0"/>
              <a:t>: 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nums</a:t>
            </a:r>
            <a:r>
              <a:rPr lang="en-US" dirty="0" smtClean="0"/>
              <a:t> = [1,2,3,4,5,6]</a:t>
            </a:r>
          </a:p>
          <a:p>
            <a:r>
              <a:rPr lang="en-US" dirty="0" smtClean="0"/>
              <a:t> evens = [] 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num</a:t>
            </a:r>
            <a:r>
              <a:rPr lang="en-US" dirty="0" smtClean="0"/>
              <a:t> in </a:t>
            </a:r>
            <a:r>
              <a:rPr lang="en-US" dirty="0" err="1" smtClean="0"/>
              <a:t>nums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if _______: </a:t>
            </a:r>
          </a:p>
          <a:p>
            <a:pPr lvl="2"/>
            <a:r>
              <a:rPr lang="en-US" dirty="0" err="1" smtClean="0"/>
              <a:t>evens.append</a:t>
            </a:r>
            <a:r>
              <a:rPr lang="en-US" dirty="0" smtClean="0"/>
              <a:t>(</a:t>
            </a:r>
            <a:r>
              <a:rPr lang="en-US" dirty="0" err="1" smtClean="0"/>
              <a:t>num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8" t="16185" r="29349" b="16607"/>
          <a:stretch/>
        </p:blipFill>
        <p:spPr>
          <a:xfrm>
            <a:off x="5600699" y="1538655"/>
            <a:ext cx="4167555" cy="358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72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fruits </a:t>
            </a:r>
            <a:r>
              <a:rPr lang="en-US" dirty="0" err="1" smtClean="0"/>
              <a:t>royxatini</a:t>
            </a:r>
            <a:r>
              <a:rPr lang="en-US" dirty="0" smtClean="0"/>
              <a:t> for </a:t>
            </a:r>
            <a:r>
              <a:rPr lang="en-US" dirty="0" err="1" smtClean="0"/>
              <a:t>bilan</a:t>
            </a:r>
            <a:r>
              <a:rPr lang="en-US" dirty="0" smtClean="0"/>
              <a:t> </a:t>
            </a:r>
            <a:r>
              <a:rPr lang="en-US" dirty="0" err="1" smtClean="0"/>
              <a:t>chiqarish</a:t>
            </a:r>
            <a:r>
              <a:rPr lang="en-US" dirty="0" smtClean="0"/>
              <a:t>: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fruits = ["apple", "banana", "pear"] </a:t>
            </a:r>
          </a:p>
          <a:p>
            <a:r>
              <a:rPr lang="en-US" dirty="0" smtClean="0"/>
              <a:t>for _______: </a:t>
            </a:r>
          </a:p>
          <a:p>
            <a:pPr lvl="1"/>
            <a:r>
              <a:rPr lang="en-US" dirty="0" smtClean="0"/>
              <a:t>print(item)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5" t="20188" r="29174" b="21581"/>
          <a:stretch/>
        </p:blipFill>
        <p:spPr>
          <a:xfrm>
            <a:off x="5372099" y="2628901"/>
            <a:ext cx="4176347" cy="25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9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0318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288</Words>
  <Application>Microsoft Office PowerPoint</Application>
  <PresentationFormat>Широкоэкранный</PresentationFormat>
  <Paragraphs>51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python_takrorlash_savollar_canva.pdf</vt:lpstr>
      <vt:lpstr>Pythonda primitive (asosiy) malumot turlari qaysilar?</vt:lpstr>
      <vt:lpstr>None nimani bildiradi?</vt:lpstr>
      <vt:lpstr>==      va      is   farqi nima? </vt:lpstr>
      <vt:lpstr>List nima va qanday yaratiladi?</vt:lpstr>
      <vt:lpstr>if sharti qachon ishlaydi?</vt:lpstr>
      <vt:lpstr>Truthy/Falsy nima?</vt:lpstr>
      <vt:lpstr>for siklining umumiy sintaksisi qanday?</vt:lpstr>
      <vt:lpstr>range() funksiyasi nima vazifani bajaradi?</vt:lpstr>
      <vt:lpstr>Quyidagi kod natijalari nima boladi?</vt:lpstr>
      <vt:lpstr>Quyidagi taqqoslashlar natijasi? </vt:lpstr>
      <vt:lpstr>Qaysi biri list yaratadi?</vt:lpstr>
      <vt:lpstr>Qaysi sikl massiv elementlarini tartibda aylanib chiqadi? </vt:lpstr>
      <vt:lpstr>age 18 yoki kattaroq bolsa "Adult", aks holda "Minor":</vt:lpstr>
      <vt:lpstr>listdagi juft sonlarni yangi listga yigish:  </vt:lpstr>
      <vt:lpstr>fruits royxatini for bilan chiqarish: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python_takrorlash_savollar_canva.pdf</dc:title>
  <dc:creator>user</dc:creator>
  <cp:lastModifiedBy>user</cp:lastModifiedBy>
  <cp:revision>9</cp:revision>
  <dcterms:created xsi:type="dcterms:W3CDTF">2025-10-08T04:58:31Z</dcterms:created>
  <dcterms:modified xsi:type="dcterms:W3CDTF">2025-10-08T07:46:39Z</dcterms:modified>
</cp:coreProperties>
</file>